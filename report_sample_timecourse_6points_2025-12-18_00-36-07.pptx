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HEM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DADE2"/>
                </a:solidFill>
              </a:rPr>
              <a:t>BioViz Local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KEGG Pathway Analysis Report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DADE2"/>
                </a:solidFill>
              </a:rPr>
              <a:t>Pathway ID: hsa00010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</a:rPr>
              <a:t>Generated: 2025/12/18 08:36:07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Generated by BioViz Local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0" y="46634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BioViz Local • bioviz@bioviz.com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Methodology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EEEEEE"/>
                </a:solidFill>
              </a:rPr>
              <a:t>Gene expression data was mapped to KEGG Pathway </a:t>
            </a:r>
            <a:pPr indent="0" marL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5DADE2"/>
                </a:solidFill>
              </a:rPr>
              <a:t>[hsa00010]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EEEEEE"/>
                </a:solidFill>
              </a:rPr>
              <a:t>. Color coding represents Log2 Fold Change (Red=Up, Blue=Down). Data processing and visualization were performed by </a:t>
            </a:r>
            <a:pPr indent="0" marL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5DADE2"/>
                </a:solidFill>
              </a:rPr>
              <a:t>BioViz Local v0.1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EEEEEE"/>
                </a:solidFill>
              </a:rPr>
              <a:t>.</a:t>
            </a:r>
            <a:endParaRPr lang="en-US" sz="1800" dirty="0"/>
          </a:p>
        </p:txBody>
      </p:sp>
      <p:sp>
        <p:nvSpPr>
          <p:cNvPr id="4" name="Text 5"/>
          <p:cNvSpPr/>
          <p:nvPr/>
        </p:nvSpPr>
        <p:spPr>
          <a:xfrm>
            <a:off x="5943600" y="46634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BioViz Local • bioviz@bioviz.com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Pathway Map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14600" y="914400"/>
            <a:ext cx="4114800" cy="4114800"/>
          </a:xfrm>
          <a:prstGeom prst="rect">
            <a:avLst/>
          </a:prstGeom>
        </p:spPr>
      </p:pic>
      <p:sp>
        <p:nvSpPr>
          <p:cNvPr id="4" name="Text 5"/>
          <p:cNvSpPr/>
          <p:nvPr/>
        </p:nvSpPr>
        <p:spPr>
          <a:xfrm>
            <a:off x="5943600" y="46634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BioViz Local • bioviz@bioviz.com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Summary Statistics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371600"/>
          <a:ext cx="6400800" cy="914400"/>
        </p:xfrm>
        <a:graphic>
          <a:graphicData uri="http://schemas.openxmlformats.org/drawingml/2006/table">
            <a:tbl>
              <a:tblPr/>
              <a:tblGrid>
                <a:gridCol w="2133600"/>
                <a:gridCol w="2133600"/>
                <a:gridCol w="213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Percentage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DADE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Total Nodes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Upregulated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61.5%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Downregulated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0.0%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</a:tbl>
          </a:graphicData>
        </a:graphic>
      </p:graphicFrame>
      <p:sp>
        <p:nvSpPr>
          <p:cNvPr id="4" name="Text 5"/>
          <p:cNvSpPr/>
          <p:nvPr/>
        </p:nvSpPr>
        <p:spPr>
          <a:xfrm>
            <a:off x="5943600" y="46634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BioViz Local • bioviz@bioviz.com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Findings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1600" dirty="0">
                <a:solidFill>
                  <a:srgbClr val="EEEEEE"/>
                </a:solidFill>
              </a:rPr>
              <a:t>8 genes are upregulated.</a:t>
            </a:r>
            <a:endParaRPr lang="en-US" sz="16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1600" dirty="0">
                <a:solidFill>
                  <a:srgbClr val="EEEEEE"/>
                </a:solidFill>
              </a:rPr>
              <a:t>0 genes are downregulated.</a:t>
            </a:r>
            <a:endParaRPr lang="en-US" sz="16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1600" dirty="0">
                <a:solidFill>
                  <a:srgbClr val="EEEEEE"/>
                </a:solidFill>
              </a:rPr>
              <a:t>5 items show no significant change or were not detected.</a:t>
            </a:r>
            <a:endParaRPr lang="en-US" sz="16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1600" dirty="0">
                <a:solidFill>
                  <a:srgbClr val="EEEEEE"/>
                </a:solidFill>
              </a:rPr>
              <a:t>Pathway Coverage: 61.5% of total pathway nodes.</a:t>
            </a:r>
            <a:endParaRPr lang="en-US" sz="1600" dirty="0"/>
          </a:p>
        </p:txBody>
      </p:sp>
      <p:sp>
        <p:nvSpPr>
          <p:cNvPr id="4" name="Text 5"/>
          <p:cNvSpPr/>
          <p:nvPr/>
        </p:nvSpPr>
        <p:spPr>
          <a:xfrm>
            <a:off x="5943600" y="46634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BioViz Local • bioviz@bioviz.com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Expression Details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7772400" cy="914400"/>
        </p:xfrm>
        <a:graphic>
          <a:graphicData uri="http://schemas.openxmlformats.org/drawingml/2006/table">
            <a:tbl>
              <a:tblPr/>
              <a:tblGrid>
                <a:gridCol w="2590800"/>
                <a:gridCol w="2590800"/>
                <a:gridCol w="2590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Gene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Expression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DADE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</a:rPr>
                        <a:t>LDHA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0.80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</a:rPr>
                        <a:t>ENO1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0.70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</a:rPr>
                        <a:t>HK1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0.60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</a:rPr>
                        <a:t>ALDOA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0.60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</a:rPr>
                        <a:t>PGK1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0.50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</a:rPr>
                        <a:t>PKM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0.50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</a:rPr>
                        <a:t>TPI1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0.40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</a:rPr>
                        <a:t>GAPDH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0.40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4" name="Text 5"/>
          <p:cNvSpPr/>
          <p:nvPr/>
        </p:nvSpPr>
        <p:spPr>
          <a:xfrm>
            <a:off x="5943600" y="46634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BioViz Local • bioviz@bioviz.com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References &amp; Acknowledgements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EEEEEE"/>
                </a:solidFill>
              </a:rPr>
              <a:t>1. BioViz Local: An advanced, secure, and beautiful pathway visualization tool.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b="1" dirty="0">
                <a:solidFill>
                  <a:srgbClr val="5DADE2"/>
                </a:solidFill>
              </a:rPr>
              <a:t>WeChat: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4ECDC4"/>
                </a:solidFill>
              </a:rPr>
              <a:t>bioviz</a:t>
            </a:r>
            <a:endParaRPr lang="en-US" sz="1400" dirty="0"/>
          </a:p>
        </p:txBody>
      </p:sp>
      <p:sp>
        <p:nvSpPr>
          <p:cNvPr id="4" name="Text 5"/>
          <p:cNvSpPr/>
          <p:nvPr/>
        </p:nvSpPr>
        <p:spPr>
          <a:xfrm>
            <a:off x="5943600" y="46634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BioViz Local • bioviz@bioviz.com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2025-12-18T00:36:07Z</dcterms:created>
  <dcterms:modified xsi:type="dcterms:W3CDTF">2025-12-18T00:36:07Z</dcterms:modified>
</cp:coreProperties>
</file>